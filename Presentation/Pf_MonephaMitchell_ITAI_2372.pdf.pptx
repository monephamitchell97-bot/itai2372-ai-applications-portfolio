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86" r:id="rId7"/>
    <p:sldId id="288" r:id="rId8"/>
    <p:sldId id="289" r:id="rId9"/>
    <p:sldId id="29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61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pxhere.com/en/photo/1522793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AI APPLICATION PORTFOLIO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FBEDA-05A6-D0B6-038D-2C32C0A2A479}"/>
              </a:ext>
            </a:extLst>
          </p:cNvPr>
          <p:cNvSpPr txBox="1"/>
          <p:nvPr/>
        </p:nvSpPr>
        <p:spPr>
          <a:xfrm>
            <a:off x="2748115" y="4862052"/>
            <a:ext cx="52160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​Monepha Mitchell       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​Professor  Sridhar Ganti      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​</a:t>
            </a:r>
            <a:r>
              <a:rPr lang="fr-FR" dirty="0" err="1">
                <a:latin typeface="Garamond" panose="02020404030301010803" pitchFamily="18" charset="0"/>
              </a:rPr>
              <a:t>Artificial</a:t>
            </a:r>
            <a:r>
              <a:rPr lang="fr-FR" dirty="0">
                <a:latin typeface="Garamond" panose="02020404030301010803" pitchFamily="18" charset="0"/>
              </a:rPr>
              <a:t> Intelligence Applications – ITAI 2372</a:t>
            </a:r>
            <a:endParaRPr lang="en-US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​25 Jul 2026 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dirty="0">
                <a:latin typeface="Garamond" panose="02020404030301010803" pitchFamily="18" charset="0"/>
              </a:rPr>
              <a:t>I am developing skills in artificial intelligence, data science, machine learning, cloud technology, and responsible AI. My portfolio demonstrates how I can research real-world problems and propose AI solutions for industries such as aviation, manufacturing, government, and cybersecurity.</a:t>
            </a:r>
          </a:p>
          <a:p>
            <a:pPr>
              <a:buNone/>
            </a:pPr>
            <a:r>
              <a:rPr lang="en-US" b="1" dirty="0">
                <a:latin typeface="Garamond" panose="02020404030301010803" pitchFamily="18" charset="0"/>
              </a:rPr>
              <a:t>Areas of Expertise</a:t>
            </a: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Artificial Intelligence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Data Science and 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Responsible and Ethical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Cloud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Aviation and Cybersecurity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Research and Technical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C5F5E6-E3A3-FCDC-3B9A-2B903F46A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771139"/>
              </p:ext>
            </p:extLst>
          </p:nvPr>
        </p:nvGraphicFramePr>
        <p:xfrm>
          <a:off x="2469535" y="1584905"/>
          <a:ext cx="8128000" cy="3114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966397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6474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AI in Government and Public Services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AI in Manufacturing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7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Explored how AI can improve public services and decision-making.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Studied predictive maintenance, automated quality control, robotics, and supply-chain optimization.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94339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Examined uses such as fraud detection, emergency response, public health, and infrastructure planning.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Learned how AI can reduce equipment downtime, production waste, and operating costs.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96792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Evaluated concerns involving privacy, bias, transparency, and public trust.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Examined the importance of employee training, cybersecurity, and human oversight.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166225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93C3CF9-33F4-F504-4579-DA7BA2E88BA4}"/>
              </a:ext>
            </a:extLst>
          </p:cNvPr>
          <p:cNvSpPr txBox="1"/>
          <p:nvPr/>
        </p:nvSpPr>
        <p:spPr>
          <a:xfrm>
            <a:off x="4395019" y="4938005"/>
            <a:ext cx="4218039" cy="1200329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aramond" panose="02020404030301010803" pitchFamily="18" charset="0"/>
              </a:rPr>
              <a:t>Key Skills Developed: Industry research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Garamond" panose="02020404030301010803" pitchFamily="18" charset="0"/>
              </a:rPr>
              <a:t>AI solution planning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Garamond" panose="02020404030301010803" pitchFamily="18" charset="0"/>
              </a:rPr>
              <a:t>Ethical analysis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Garamond" panose="02020404030301010803" pitchFamily="18" charset="0"/>
              </a:rPr>
              <a:t>Risk assessment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393EFF-8849-C842-2D92-527B5E3BCC94}"/>
              </a:ext>
            </a:extLst>
          </p:cNvPr>
          <p:cNvSpPr/>
          <p:nvPr/>
        </p:nvSpPr>
        <p:spPr>
          <a:xfrm>
            <a:off x="2883336" y="422515"/>
            <a:ext cx="73003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latin typeface="Garamond" panose="02020404030301010803" pitchFamily="18" charset="0"/>
              </a:rPr>
              <a:t>Course Project Highlights </a:t>
            </a: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7492" y="2363770"/>
            <a:ext cx="5951063" cy="449422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>
                <a:latin typeface="Garamond" panose="02020404030301010803" pitchFamily="18" charset="0"/>
              </a:rPr>
              <a:t>I explored how Artificial General Intelligence could improve safety, maintenance, flight operations, and decision-making in the aviation industry.</a:t>
            </a:r>
          </a:p>
          <a:p>
            <a:pPr>
              <a:buNone/>
            </a:pPr>
            <a:r>
              <a:rPr lang="en-US" b="1" u="sng" dirty="0">
                <a:solidFill>
                  <a:schemeClr val="tx1"/>
                </a:solidFill>
                <a:latin typeface="Garamond" panose="02020404030301010803" pitchFamily="18" charset="0"/>
              </a:rPr>
              <a:t>Proposed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Analyze maintenance records to identify possible equipment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Combine weather, flight, and airport data to support safer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Assist with emergency planning and operational responses.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Improve scheduling, customer service, and resource management.</a:t>
            </a:r>
          </a:p>
          <a:p>
            <a:pPr>
              <a:buNone/>
            </a:pPr>
            <a:r>
              <a:rPr lang="en-US" b="1" u="sng" dirty="0">
                <a:solidFill>
                  <a:schemeClr val="tx1"/>
                </a:solidFill>
                <a:latin typeface="Garamond" panose="02020404030301010803" pitchFamily="18" charset="0"/>
              </a:rPr>
              <a:t>Key Risks Considered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Cybersecurity threats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Incorrect or unreliable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Privacy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Accountability for AI 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Overdependence on automated systems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F2A178-E8A2-DC1C-07BD-576A509DC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33251" b="1"/>
          <a:stretch>
            <a:fillRect/>
          </a:stretch>
        </p:blipFill>
        <p:spPr>
          <a:xfrm>
            <a:off x="6846234" y="1418303"/>
            <a:ext cx="4214010" cy="4214010"/>
          </a:xfrm>
          <a:prstGeom prst="ellipse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3BBDD4-A855-2AD2-A9C1-8F4A30210DE8}"/>
              </a:ext>
            </a:extLst>
          </p:cNvPr>
          <p:cNvSpPr txBox="1"/>
          <p:nvPr/>
        </p:nvSpPr>
        <p:spPr>
          <a:xfrm>
            <a:off x="6942542" y="4762934"/>
            <a:ext cx="4021394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Key Learning: </a:t>
            </a:r>
          </a:p>
          <a:p>
            <a:r>
              <a:rPr lang="en-US" dirty="0">
                <a:latin typeface="Garamond" panose="02020404030301010803" pitchFamily="18" charset="0"/>
              </a:rPr>
              <a:t>AGI could transform aviation, but human oversight, strong security, testing, and clear regulations would remain essential.</a:t>
            </a:r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How I Can Apply 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80002" y="2298752"/>
            <a:ext cx="8399974" cy="2086435"/>
          </a:xfrm>
        </p:spPr>
        <p:txBody>
          <a:bodyPr>
            <a:normAutofit/>
          </a:bodyPr>
          <a:lstStyle/>
          <a:p>
            <a:r>
              <a:rPr lang="en-US" dirty="0"/>
              <a:t>Identify business and operational problems that can benefit from AI.</a:t>
            </a:r>
          </a:p>
          <a:p>
            <a:r>
              <a:rPr lang="en-US" dirty="0"/>
              <a:t>Research and compare possible AI solutions.</a:t>
            </a:r>
          </a:p>
          <a:p>
            <a:r>
              <a:rPr lang="en-US" dirty="0"/>
              <a:t>Use data to support better decisions.</a:t>
            </a:r>
          </a:p>
          <a:p>
            <a:r>
              <a:rPr lang="en-US" dirty="0"/>
              <a:t>Evaluate privacy, bias, cybersecurity, reliability, and ethical risks.</a:t>
            </a:r>
          </a:p>
          <a:p>
            <a:r>
              <a:rPr lang="en-US" dirty="0"/>
              <a:t>Explain technical ideas to both technical and nontechnical audiences.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3459AC-724E-8586-FE0A-DDBFC183A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291046"/>
              </p:ext>
            </p:extLst>
          </p:nvPr>
        </p:nvGraphicFramePr>
        <p:xfrm>
          <a:off x="980002" y="4278943"/>
          <a:ext cx="8128000" cy="23774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7945152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5621441"/>
                    </a:ext>
                  </a:extLst>
                </a:gridCol>
              </a:tblGrid>
              <a:tr h="839703">
                <a:tc>
                  <a:txBody>
                    <a:bodyPr/>
                    <a:lstStyle/>
                    <a:p>
                      <a:r>
                        <a:rPr lang="en-US" dirty="0"/>
                        <a:t>Aviation: </a:t>
                      </a:r>
                    </a:p>
                    <a:p>
                      <a:r>
                        <a:rPr lang="en-US" dirty="0"/>
                        <a:t>Predictive maintenance, safety analysis, airport operations, and flight planning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Manufacturing:</a:t>
                      </a:r>
                    </a:p>
                    <a:p>
                      <a:r>
                        <a:rPr lang="en-US" dirty="0"/>
                        <a:t>Quality control, equipment monitoring, automation, and waste reduction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15101"/>
                  </a:ext>
                </a:extLst>
              </a:tr>
              <a:tr h="839703">
                <a:tc>
                  <a:txBody>
                    <a:bodyPr/>
                    <a:lstStyle/>
                    <a:p>
                      <a:r>
                        <a:rPr lang="en-US" dirty="0"/>
                        <a:t>Government:</a:t>
                      </a:r>
                    </a:p>
                    <a:p>
                      <a:r>
                        <a:rPr lang="en-US" dirty="0"/>
                        <a:t>Fraud detection, emergency response, public services, and infrastructure planning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Cybersecurity: </a:t>
                      </a:r>
                    </a:p>
                    <a:p>
                      <a:r>
                        <a:rPr lang="en-US" dirty="0"/>
                        <a:t>Threat detection, risk assessment, security monitoring, and incident response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6367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CC3F0C-7E96-EC13-F9FE-90E5ACAD1C2D}"/>
              </a:ext>
            </a:extLst>
          </p:cNvPr>
          <p:cNvSpPr txBox="1"/>
          <p:nvPr/>
        </p:nvSpPr>
        <p:spPr>
          <a:xfrm>
            <a:off x="9801217" y="4175001"/>
            <a:ext cx="2290916" cy="258532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en-US" dirty="0"/>
              <a:t>Career Value: My skills allow me to connect AI technology with real-world needs while considering safety, ethics, security, and human oversight.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168" y="102022"/>
            <a:ext cx="7309944" cy="1200329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Portfolio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55" y="1308402"/>
            <a:ext cx="4424517" cy="299409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900" b="1" dirty="0">
                <a:latin typeface="Garamond" panose="02020404030301010803" pitchFamily="18" charset="0"/>
              </a:rPr>
              <a:t>Key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Garamond" panose="02020404030301010803" pitchFamily="18" charset="0"/>
              </a:rPr>
              <a:t>Artificial intelligence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Garamond" panose="02020404030301010803" pitchFamily="18" charset="0"/>
              </a:rPr>
              <a:t>Data science and machine learning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Garamond" panose="02020404030301010803" pitchFamily="18" charset="0"/>
              </a:rPr>
              <a:t>AI ethics and responsible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Garamond" panose="02020404030301010803" pitchFamily="18" charset="0"/>
              </a:rPr>
              <a:t>Research, analysis, and problem-solving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Garamond" panose="02020404030301010803" pitchFamily="18" charset="0"/>
              </a:rPr>
              <a:t>Cloud computing and cybersecurity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Garamond" panose="02020404030301010803" pitchFamily="18" charset="0"/>
              </a:rPr>
              <a:t>Aviation and industry-focused AI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Garamond" panose="02020404030301010803" pitchFamily="18" charset="0"/>
              </a:rPr>
              <a:t>Technical writing and communication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FC941-9956-D614-14BD-23649065E0E9}"/>
              </a:ext>
            </a:extLst>
          </p:cNvPr>
          <p:cNvSpPr txBox="1"/>
          <p:nvPr/>
        </p:nvSpPr>
        <p:spPr>
          <a:xfrm>
            <a:off x="6048455" y="1302351"/>
            <a:ext cx="52700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Professional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My goal is to use responsible AI and data-driven solutions to improve safety, efficiency, decision-making, and customer service across different industries.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DA8E50-74A6-FCC1-B81C-A030D5A46E21}"/>
              </a:ext>
            </a:extLst>
          </p:cNvPr>
          <p:cNvSpPr txBox="1"/>
          <p:nvPr/>
        </p:nvSpPr>
        <p:spPr>
          <a:xfrm>
            <a:off x="794798" y="4610084"/>
            <a:ext cx="9006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GitHub Repository: github.com/monephamitchell97-bot/ITAI2372-AI-Applications-Portfolio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Contact Information: Monepha Mitchell</a:t>
            </a:r>
          </a:p>
          <a:p>
            <a:r>
              <a:rPr lang="en-US" dirty="0">
                <a:latin typeface="Garamond" panose="02020404030301010803" pitchFamily="18" charset="0"/>
              </a:rPr>
              <a:t>      w212572551@student.hccs.edu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Course: ITAI 2372 – AI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A72AA3-2BBB-89AA-D3C9-7FE2B2BB5558}"/>
              </a:ext>
            </a:extLst>
          </p:cNvPr>
          <p:cNvSpPr txBox="1"/>
          <p:nvPr/>
        </p:nvSpPr>
        <p:spPr>
          <a:xfrm>
            <a:off x="873455" y="43553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View My Portfolio 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196</TotalTime>
  <Words>547</Words>
  <Application>Microsoft Office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Tenorite</vt:lpstr>
      <vt:lpstr>Wingdings</vt:lpstr>
      <vt:lpstr>Custom</vt:lpstr>
      <vt:lpstr>AI APPLICATION PORTFOLIO</vt:lpstr>
      <vt:lpstr>Introduction</vt:lpstr>
      <vt:lpstr>PowerPoint Presentation</vt:lpstr>
      <vt:lpstr>Project Overview</vt:lpstr>
      <vt:lpstr>How I Can Apply What I Learned</vt:lpstr>
      <vt:lpstr>Portfolio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monepha.mitchell-W212572551</dc:creator>
  <cp:lastModifiedBy>monepha.mitchell-W212572551</cp:lastModifiedBy>
  <cp:revision>1</cp:revision>
  <dcterms:created xsi:type="dcterms:W3CDTF">2026-07-25T16:26:38Z</dcterms:created>
  <dcterms:modified xsi:type="dcterms:W3CDTF">2026-07-25T19:46:32Z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